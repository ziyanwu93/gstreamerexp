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783080"/>
            <a:ext cx="256032" cy="256032"/>
          </a:xfrm>
          <a:prstGeom prst="ellipse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783080"/>
            <a:ext cx="256032" cy="25603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SCReAM Congestion Control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CADCFC"/>
                </a:solidFill>
                <a:latin typeface="Georgia"/>
              </a:rPr>
              <a:t>Our implementation vs UMN's reimplementation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A controlled, like-for-like comparison — same video, same network, fair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GstreamerExp · Hypothesis H5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Georgia"/>
              </a:rPr>
              <a:t>What we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4922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1F2328"/>
                </a:solidFill>
                <a:latin typeface="Calibri"/>
              </a:rPr>
              <a:t>Both stacks stream the 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same 60 s camera clip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 on one machine over loopback.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F2328"/>
                </a:solidFill>
                <a:latin typeface="Calibri"/>
              </a:rPr>
              <a:t>The network is squeezed the </a:t>
            </a:r>
            <a:r>
              <a:rPr sz="1700" b="1" i="0">
                <a:solidFill>
                  <a:srgbClr val="1F2328"/>
                </a:solidFill>
                <a:latin typeface="Calibri"/>
              </a:rPr>
              <a:t>same way for both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: a Linux shaper replays three recorded 5G patterns —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5F6B7A"/>
                </a:solidFill>
                <a:latin typeface="Calibri"/>
              </a:rPr>
              <a:t>    • HO — a sudden handover drop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5F6B7A"/>
                </a:solidFill>
                <a:latin typeface="Calibri"/>
              </a:rPr>
              <a:t>    • RB — bumpy tower-sharing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 i="0">
                <a:solidFill>
                  <a:srgbClr val="5F6B7A"/>
                </a:solidFill>
                <a:latin typeface="Calibri"/>
              </a:rPr>
              <a:t>    • CQI — smooth signal drift (high capacity)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328"/>
                </a:solidFill>
                <a:latin typeface="Calibri"/>
              </a:rPr>
              <a:t>Same bitrate limits. UMN's delay signal turned on so the comparison is fair.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645920"/>
            <a:ext cx="30175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HOLDING CONSTANT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Video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1280×1024, 10 fps, 60 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Host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single machine, loopback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Shaper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tc on lo, 5G traces ×1/3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Reps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3 per trace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Varies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043"/>
                </a:solidFill>
                <a:latin typeface="Calibri"/>
              </a:rPr>
              <a:t>only the SCReAM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Georgia"/>
              </a:rPr>
              <a:t>Result: ours uses the network better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108960" cy="1874519"/>
          </a:xfrm>
          <a:prstGeom prst="roundRect">
            <a:avLst>
              <a:gd name="adj" fmla="val 6000"/>
            </a:avLst>
          </a:prstGeom>
          <a:solidFill>
            <a:srgbClr val="E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2EA043"/>
                </a:solidFill>
                <a:latin typeface="Georgia"/>
              </a:rPr>
              <a:t>63%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OURS — bandwidth used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6B7A"/>
                </a:solidFill>
                <a:latin typeface="Calibri"/>
              </a:rPr>
              <a:t>on the high-capacity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17320"/>
            <a:ext cx="3108960" cy="1874519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5544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E08A1E"/>
                </a:solidFill>
                <a:latin typeface="Georgia"/>
              </a:rPr>
              <a:t>22%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UMN — bandwidth used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6B7A"/>
                </a:solidFill>
                <a:latin typeface="Calibri"/>
              </a:rPr>
              <a:t>same link, same moment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1F2328"/>
                </a:solidFill>
                <a:latin typeface="Calibri"/>
              </a:rPr>
              <a:t>Ours raises and lowers its sending rate to match the link.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328"/>
                </a:solidFill>
                <a:latin typeface="Calibri"/>
              </a:rPr>
              <a:t>UMN's sends a near-constant </a:t>
            </a:r>
            <a:r>
              <a:rPr sz="1600" b="1" i="0">
                <a:solidFill>
                  <a:srgbClr val="E08A1E"/>
                </a:solidFill>
                <a:latin typeface="Calibri"/>
              </a:rPr>
              <a:t>~780 kbps on every trace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 — even when the capacities differ 2.5×. It doesn't follow the network.</a:t>
            </a:r>
          </a:p>
        </p:txBody>
      </p:sp>
      <p:pic>
        <p:nvPicPr>
          <p:cNvPr id="9" name="Picture 8" descr="aggregat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474720"/>
            <a:ext cx="4206240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Why: the controller can't drive the 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1F2328"/>
                </a:solidFill>
                <a:latin typeface="Calibri"/>
              </a:rPr>
              <a:t>UMN's controller decides a rate correctly — but that decision never reaches the video encoder.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5F6B7A"/>
                </a:solidFill>
                <a:latin typeface="Calibri"/>
              </a:rPr>
              <a:t>The encode loop writes the new rate onto an already-running software encoder, which the library ignores; the rate is fixed when the encoder opens.</a:t>
            </a:r>
          </a:p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2328"/>
                </a:solidFill>
                <a:latin typeface="Calibri"/>
              </a:rPr>
              <a:t>We ruled out timing: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making the loop 4× faster changed nothing (S2, S3 below).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5486400" cy="10972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230368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a thermostat that correctly says “turn down the heat” — but the wire to the furnace is cut.</a:t>
            </a:r>
          </a:p>
        </p:txBody>
      </p:sp>
      <p:pic>
        <p:nvPicPr>
          <p:cNvPr id="7" name="Picture 6" descr="isol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Two independent reasons ours is more mature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83080"/>
            <a:ext cx="201168" cy="201168"/>
          </a:xfrm>
          <a:prstGeom prst="ellipse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4389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1 · Measured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Open control loop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On the software path we tested, the controller's rate is computed but never applied — the loop is open. Ours is closed: the framework applies the rate to the encoder automatically.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5F6B7A"/>
                </a:solidFill>
                <a:latin typeface="Calibri"/>
              </a:rPr>
              <a:t>Evidence: sent rate exceeded the commanded rate in ~89% of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783080"/>
            <a:ext cx="201168" cy="201168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737360"/>
            <a:ext cx="4389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2 · From code review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Simpler control law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F2328"/>
                </a:solidFill>
                <a:latin typeface="Calibri"/>
              </a:rPr>
              <a:t>UMN's is a fixed-gain multiply-up (×1.05) / down (×0.8) loop on yes/no signals, with no memory. The reference uses a congestion window and a continuous queue-delay trend with adaptive steps.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5F6B7A"/>
                </a:solidFill>
                <a:latin typeface="Calibri"/>
              </a:rPr>
              <a:t>Not measured here — the wiring gap masked it. From reading the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Our SCReAM tracks a changing link; UMN's holds a near-constant rate. 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The cause is implementation maturity — a closed control loop and the reference algorithm — not a flaw in SCReAM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10515600" cy="2377440"/>
          </a:xfrm>
          <a:prstGeom prst="roundRect">
            <a:avLst>
              <a:gd name="adj" fmla="val 6000"/>
            </a:avLst>
          </a:prstGeom>
          <a:solidFill>
            <a:srgbClr val="2A3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9476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HONEST CAVEATS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UMN's deployed NVENC encoder uses the same no-reopen code path we tested, so the gap very likely applies there too — only the unused VAAPI path reopens. Not yet run on NVENC hardware.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We measured network behavior (how well it uses the link), not delivered video quality (PSNR).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Single-host loopback reproduces bandwidth and delay, not real 5G radio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